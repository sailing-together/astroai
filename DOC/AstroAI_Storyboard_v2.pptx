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AstroAI — 3‑Minute Pitch Storyboard (v2)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Shots, timecodes, assets, VO owners, and notes</a:t>
            </a:r>
          </a:p>
          <a:p>
            <a:r>
              <a:t>References: AstroAI.pdf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 — 0:00–0:07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Hook; calm focus promise</a:t>
            </a:r>
          </a:p>
          <a:p>
            <a:pPr/>
            <a:r>
              <a:t>Asset: AstroAI.pdf p1</a:t>
            </a:r>
          </a:p>
          <a:p>
            <a:pPr/>
            <a:r>
              <a:t>Notes: Logo lockup; on 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2 — 0:07–0:15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Tagline: practical tool &amp; thoughtful companion</a:t>
            </a:r>
          </a:p>
          <a:p>
            <a:pPr/>
            <a:r>
              <a:t>Asset: AstroAI.pdf p1→p2</a:t>
            </a:r>
          </a:p>
          <a:p>
            <a:pPr/>
            <a:r>
              <a:t>Notes: Fade to Today hero strip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3 — 0:15–0:22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Problem: walls of text vs clarity</a:t>
            </a:r>
          </a:p>
          <a:p>
            <a:pPr/>
            <a:r>
              <a:t>Asset: AstroAI.pdf p2</a:t>
            </a:r>
          </a:p>
          <a:p>
            <a:pPr/>
            <a:r>
              <a:t>Notes: Show contrast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4 — 0:22–0:30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Values: Personalized • Actionable • Caring</a:t>
            </a:r>
          </a:p>
          <a:p>
            <a:pPr/>
            <a:r>
              <a:t>Asset: AstroAI.pdf p2</a:t>
            </a:r>
          </a:p>
          <a:p>
            <a:pPr/>
            <a:r>
              <a:t>Notes: Lower‑third chips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5 — 0:30–0:40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Feature 1: Today + Try today</a:t>
            </a:r>
          </a:p>
          <a:p>
            <a:pPr/>
            <a:r>
              <a:t>Asset: AstroAI.pdf p2 / screen cap</a:t>
            </a:r>
          </a:p>
          <a:p>
            <a:pPr/>
            <a:r>
              <a:t>Notes: Cursor clicks Try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6 — 0:40–0:55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Feature 2: Compatibility (2+2)</a:t>
            </a:r>
          </a:p>
          <a:p>
            <a:pPr/>
            <a:r>
              <a:t>Asset: AstroAI.pdf p3</a:t>
            </a:r>
          </a:p>
          <a:p>
            <a:pPr/>
            <a:r>
              <a:t>Notes: Score + bullets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7 — 0:55–1:10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Feature 3: Natal Chart + Summary</a:t>
            </a:r>
          </a:p>
          <a:p>
            <a:pPr/>
            <a:r>
              <a:t>Asset: AstroAI.pdf p4</a:t>
            </a:r>
          </a:p>
          <a:p>
            <a:pPr/>
            <a:r>
              <a:t>Notes: Wheel + plain‑English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8 — 1:10–1:20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Vague→Specific example (finance)</a:t>
            </a:r>
          </a:p>
          <a:p>
            <a:pPr/>
            <a:r>
              <a:t>Asset: Overlay text</a:t>
            </a:r>
          </a:p>
          <a:p>
            <a:pPr/>
            <a:r>
              <a:t>Notes: Before/after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9 — 1:20–1:40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Passive→Actionable (interview window)</a:t>
            </a:r>
          </a:p>
          <a:p>
            <a:pPr/>
            <a:r>
              <a:t>Asset: Overlay text</a:t>
            </a:r>
          </a:p>
          <a:p>
            <a:pPr/>
            <a:r>
              <a:t>Notes: Tactics + timing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10 — 1:40–1:55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Generic→Personal (chart + transits)</a:t>
            </a:r>
          </a:p>
          <a:p>
            <a:pPr/>
            <a:r>
              <a:t>Asset: AstroAI.pdf p4</a:t>
            </a:r>
          </a:p>
          <a:p>
            <a:pPr/>
            <a:r>
              <a:t>Notes: Transit chips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11 — 1:55–2:15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Personas (students, pros, explorers)</a:t>
            </a:r>
          </a:p>
          <a:p>
            <a:pPr/>
            <a:r>
              <a:t>Asset: AstroAI.pdf p5</a:t>
            </a:r>
          </a:p>
          <a:p>
            <a:pPr/>
            <a:r>
              <a:t>Notes: 3 icons + 1‑liners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12 — 2:15–2:35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Business model &amp; partnerships</a:t>
            </a:r>
          </a:p>
          <a:p>
            <a:pPr/>
            <a:r>
              <a:t>Asset: AstroAI.pdf p8</a:t>
            </a:r>
          </a:p>
          <a:p>
            <a:pPr/>
            <a:r>
              <a:t>Notes: Pricing/premium + partners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13 — 2:35–2:50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Moat: engine + AI + caring UX</a:t>
            </a:r>
          </a:p>
          <a:p>
            <a:pPr/>
            <a:r>
              <a:t>Asset: AstroAI.pdf p9</a:t>
            </a:r>
          </a:p>
          <a:p>
            <a:pPr/>
            <a:r>
              <a:t>Notes: Architecture arrow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14 — 2:50–2:55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Cynthia</a:t>
            </a:r>
          </a:p>
          <a:p>
            <a:pPr/>
            <a:r>
              <a:t>Cue: Prototype works today</a:t>
            </a:r>
          </a:p>
          <a:p>
            <a:pPr/>
            <a:r>
              <a:t>Asset: AstroAI.pdf p2</a:t>
            </a:r>
          </a:p>
          <a:p>
            <a:pPr/>
            <a:r>
              <a:t>Notes: Stamp/overlay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 15 — 2:55–3:00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VO: Yang</a:t>
            </a:r>
          </a:p>
          <a:p>
            <a:pPr/>
            <a:r>
              <a:t>Cue: Roadmap &amp; Ask</a:t>
            </a:r>
          </a:p>
          <a:p>
            <a:pPr/>
            <a:r>
              <a:t>Asset: AstroAI.pdf p7 + p10</a:t>
            </a:r>
          </a:p>
          <a:p>
            <a:pPr/>
            <a:r>
              <a:t>Notes: Timeline + QR/contact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